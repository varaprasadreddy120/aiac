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0F4B1F-31BD-4984-BB63-84D2EC9D7F5F}" v="1" dt="2025-10-09T02:08:04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773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54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92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30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14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19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04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832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788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157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34009-410A-4EF6-A62B-BD69E1933456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66195B4-F76C-411F-9CA4-679327C81A9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5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05FC-58AA-964D-5D43-6D311BC12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669" y="630751"/>
            <a:ext cx="8858865" cy="82442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70C0"/>
                </a:solidFill>
                <a:latin typeface="Arial Black" panose="020B0A04020102020204" pitchFamily="34" charset="0"/>
              </a:rPr>
              <a:t>Classroom Finder Web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2C1B4-78EC-0967-1ECB-015093EE5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012" y="2078038"/>
            <a:ext cx="8780206" cy="3015072"/>
          </a:xfrm>
        </p:spPr>
        <p:txBody>
          <a:bodyPr>
            <a:normAutofit fontScale="62500" lnSpcReduction="20000"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Arial Black" panose="020B0A04020102020204" pitchFamily="34" charset="0"/>
              </a:rPr>
              <a:t>Subtitle:</a:t>
            </a:r>
            <a:br>
              <a:rPr lang="en-US" sz="3600" dirty="0"/>
            </a:br>
            <a:r>
              <a:rPr lang="en-US" sz="3600" dirty="0">
                <a:solidFill>
                  <a:srgbClr val="FF0000"/>
                </a:solidFill>
                <a:latin typeface="Agency FB" panose="020B0503020202020204" pitchFamily="34" charset="0"/>
              </a:rPr>
              <a:t>An Easy &amp; Efficient Way for Students and Faculty to Locate Classrooms</a:t>
            </a:r>
          </a:p>
          <a:p>
            <a:r>
              <a:rPr lang="en-US" sz="4100" dirty="0">
                <a:solidFill>
                  <a:srgbClr val="0070C0"/>
                </a:solidFill>
              </a:rPr>
              <a:t>Project Team Members:</a:t>
            </a:r>
          </a:p>
          <a:p>
            <a:r>
              <a:rPr lang="en-US" sz="4100" dirty="0">
                <a:solidFill>
                  <a:srgbClr val="FF0000"/>
                </a:solidFill>
                <a:latin typeface="Agency FB" panose="020B0503020202020204" pitchFamily="34" charset="0"/>
              </a:rPr>
              <a:t>1.     </a:t>
            </a:r>
            <a:r>
              <a:rPr lang="en-US" sz="4100" dirty="0" err="1">
                <a:solidFill>
                  <a:srgbClr val="FF0000"/>
                </a:solidFill>
                <a:latin typeface="Agency FB" panose="020B0503020202020204" pitchFamily="34" charset="0"/>
              </a:rPr>
              <a:t>P.Vara</a:t>
            </a:r>
            <a:r>
              <a:rPr lang="en-US" sz="4100" dirty="0">
                <a:solidFill>
                  <a:srgbClr val="FF0000"/>
                </a:solidFill>
                <a:latin typeface="Agency FB" panose="020B0503020202020204" pitchFamily="34" charset="0"/>
              </a:rPr>
              <a:t> prasad:2403A51006</a:t>
            </a:r>
          </a:p>
          <a:p>
            <a:r>
              <a:rPr lang="en-US" sz="4100" dirty="0">
                <a:solidFill>
                  <a:srgbClr val="FF0000"/>
                </a:solidFill>
                <a:latin typeface="Agency FB" panose="020B0503020202020204" pitchFamily="34" charset="0"/>
              </a:rPr>
              <a:t>2.    </a:t>
            </a:r>
            <a:r>
              <a:rPr lang="en-US" sz="4100" dirty="0" err="1">
                <a:solidFill>
                  <a:srgbClr val="FF0000"/>
                </a:solidFill>
                <a:latin typeface="Agency FB" panose="020B0503020202020204" pitchFamily="34" charset="0"/>
              </a:rPr>
              <a:t>K.Rakesh</a:t>
            </a:r>
            <a:r>
              <a:rPr lang="en-US" sz="4100" dirty="0">
                <a:solidFill>
                  <a:srgbClr val="FF0000"/>
                </a:solidFill>
                <a:latin typeface="Agency FB" panose="020B0503020202020204" pitchFamily="34" charset="0"/>
              </a:rPr>
              <a:t> Reddy:2403A51010</a:t>
            </a:r>
          </a:p>
          <a:p>
            <a:r>
              <a:rPr lang="en-US" sz="4100" dirty="0">
                <a:solidFill>
                  <a:srgbClr val="FF0000"/>
                </a:solidFill>
                <a:latin typeface="Agency FB" panose="020B0503020202020204" pitchFamily="34" charset="0"/>
              </a:rPr>
              <a:t>3.T.Vardhan Bhrami:2403A51024</a:t>
            </a:r>
          </a:p>
          <a:p>
            <a:endParaRPr lang="en-US" sz="3600" dirty="0">
              <a:solidFill>
                <a:srgbClr val="0070C0"/>
              </a:solidFill>
              <a:latin typeface="Agency FB" panose="020B0503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24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4A4A8-987B-E79E-65F7-55B79700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B6F34-3CA6-9FC8-6FAD-69E4E478F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What is Classroom Finder?</a:t>
            </a:r>
            <a:br>
              <a:rPr lang="en-US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</a:br>
            <a:r>
              <a:rPr lang="en-US" dirty="0"/>
              <a:t>A web-based application designed to help students and faculty easily locate their designated classrooms within a campus building or institution.</a:t>
            </a: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Purpose: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r>
              <a:rPr lang="en-US" dirty="0"/>
              <a:t>Reduce confusion and delay in finding classrooms</a:t>
            </a:r>
          </a:p>
          <a:p>
            <a:r>
              <a:rPr lang="en-US" dirty="0"/>
              <a:t>Provide separate login interfaces for students and faculty</a:t>
            </a:r>
          </a:p>
          <a:p>
            <a:r>
              <a:rPr lang="en-US" dirty="0"/>
              <a:t>Improve campus navigation efficiency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98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65A8-907F-D50E-DC5B-FCCF76C4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User Interface - Student Login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54A29-E0F6-BE5E-CA52-7376F5D76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2749" y="1616426"/>
            <a:ext cx="4645152" cy="80194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Student Login :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495DD3-0255-C877-7B46-1AB17530BD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83" y="2588393"/>
            <a:ext cx="5780918" cy="3684587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D56A02-CE43-95C9-98B1-AF3E857EC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269054"/>
            <a:ext cx="5073648" cy="530249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Student Login Page Features: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38932-72A6-02FA-B1AF-492BBC410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54243" y="1534178"/>
            <a:ext cx="5259388" cy="47981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Input fields: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Enrolment</a:t>
            </a:r>
            <a:r>
              <a:rPr lang="en-US" dirty="0"/>
              <a:t> number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Password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Buttons: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Login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(Green-Blue Gradient)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Sign Up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(Disabled-looking initially)</a:t>
            </a:r>
          </a:p>
          <a:p>
            <a:r>
              <a:rPr lang="en-US" dirty="0"/>
              <a:t>Toggle between </a:t>
            </a:r>
            <a:r>
              <a:rPr lang="en-US" b="1" dirty="0"/>
              <a:t>Student</a:t>
            </a:r>
            <a:r>
              <a:rPr lang="en-US" dirty="0"/>
              <a:t> and </a:t>
            </a:r>
            <a:r>
              <a:rPr lang="en-US" b="1" dirty="0"/>
              <a:t>Faculty</a:t>
            </a:r>
            <a:r>
              <a:rPr lang="en-US" dirty="0"/>
              <a:t> login at the top</a:t>
            </a:r>
          </a:p>
          <a:p>
            <a:r>
              <a:rPr lang="en-US" b="1" dirty="0"/>
              <a:t>Technologies Used:</a:t>
            </a:r>
            <a:endParaRPr lang="en-US" dirty="0"/>
          </a:p>
          <a:p>
            <a:r>
              <a:rPr lang="en-US" dirty="0"/>
              <a:t>HTML, CSS, possibly JavaScript for interaction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3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5D5B-354A-8150-9198-35BA40B2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User Interface - Faculty Login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5111D-7CAB-937E-FC87-7513DB2D7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8186" y="1734414"/>
            <a:ext cx="4645152" cy="80194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Faculty Login: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11237C-4E2D-F4ED-6972-D9EF2ECE14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52" y="2615381"/>
            <a:ext cx="5726324" cy="368458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75C1D-E9CC-0CDD-7778-B7D13C849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2853" y="1371140"/>
            <a:ext cx="5160961" cy="52126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Faculty Login Page Features: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26EC643-335F-5D47-4027-A335A2FF9E56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12491" y="1946850"/>
            <a:ext cx="5239721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fields: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Faculty ID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Password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Login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Sign Up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layout with focus on functionality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toggle remains accessible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/>
              <a:t>Note:</a:t>
            </a:r>
            <a:r>
              <a:rPr lang="en-US" sz="2000" dirty="0"/>
              <a:t> Less stylized than the student interface;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could be improved for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03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5DDC-0EE4-5372-920C-50FF94AF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Title: Student Dashboard – After Login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6E165C-540D-FE57-17E9-3D9D28AD05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860" y="1995948"/>
            <a:ext cx="5572696" cy="373625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871FD-3D74-9B7F-4071-C92F15D23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1872" y="1750141"/>
            <a:ext cx="6292644" cy="5230761"/>
          </a:xfrm>
        </p:spPr>
        <p:txBody>
          <a:bodyPr>
            <a:normAutofit/>
          </a:bodyPr>
          <a:lstStyle/>
          <a:p>
            <a:r>
              <a:rPr lang="en-US" dirty="0"/>
              <a:t>After logging in, students are taken to a dashboard that displays real-time classroom availability.</a:t>
            </a:r>
            <a:br>
              <a:rPr lang="en-US" dirty="0"/>
            </a:br>
            <a:r>
              <a:rPr lang="en-US" dirty="0"/>
              <a:t>The interface allows users to </a:t>
            </a:r>
            <a:r>
              <a:rPr lang="en-US" b="1" dirty="0"/>
              <a:t>select a specific block</a:t>
            </a:r>
            <a:r>
              <a:rPr lang="en-US" dirty="0"/>
              <a:t> (like Block A, B, C, or D) using a dropdown menu.</a:t>
            </a:r>
            <a:br>
              <a:rPr lang="en-US" dirty="0"/>
            </a:br>
            <a:r>
              <a:rPr lang="en-US" dirty="0"/>
              <a:t>Students can also </a:t>
            </a:r>
            <a:r>
              <a:rPr lang="en-US" b="1" dirty="0"/>
              <a:t>filter rooms by type</a:t>
            </a:r>
            <a:r>
              <a:rPr lang="en-US" dirty="0"/>
              <a:t>, such as “Classroom”, “Lab”, etc.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search bar</a:t>
            </a:r>
            <a:r>
              <a:rPr lang="en-US" dirty="0"/>
              <a:t> is available to quickly locate rooms by entering the room number.</a:t>
            </a:r>
            <a:br>
              <a:rPr lang="en-US" dirty="0"/>
            </a:br>
            <a:r>
              <a:rPr lang="en-US" dirty="0"/>
              <a:t>The dashboard shows the </a:t>
            </a:r>
            <a:r>
              <a:rPr lang="en-US" b="1" dirty="0"/>
              <a:t>total number of free rooms</a:t>
            </a:r>
            <a:r>
              <a:rPr lang="en-US" dirty="0"/>
              <a:t> in the selected block.</a:t>
            </a:r>
            <a:br>
              <a:rPr lang="en-US" dirty="0"/>
            </a:br>
            <a:r>
              <a:rPr lang="en-US" dirty="0"/>
              <a:t>All room details are presented in a neat table format with columns: Room Number, Block, Type, and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77528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B26A7-3B1A-8CC1-D05D-BA055A14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🧑‍🏫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Faculty Room Booking Interface Overview</a:t>
            </a:r>
            <a:endParaRPr lang="en-US" sz="3200" dirty="0">
              <a:solidFill>
                <a:schemeClr val="accent4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34E7C6-175E-DA80-71B8-3CC6C2E95E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8097" y="2312675"/>
            <a:ext cx="5181600" cy="355821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F34B4-BF03-4563-D18D-BDEBE065D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5058" y="1864194"/>
            <a:ext cx="6479457" cy="4113819"/>
          </a:xfrm>
        </p:spPr>
        <p:txBody>
          <a:bodyPr>
            <a:normAutofit fontScale="62500" lnSpcReduction="20000"/>
          </a:bodyPr>
          <a:lstStyle/>
          <a:p>
            <a:r>
              <a:rPr lang="en-US" sz="2600" dirty="0"/>
              <a:t>This is the </a:t>
            </a:r>
            <a:r>
              <a:rPr lang="en-US" sz="2600" b="1" dirty="0">
                <a:solidFill>
                  <a:srgbClr val="FF0000"/>
                </a:solidFill>
              </a:rPr>
              <a:t>Faculty Room Booking Interface</a:t>
            </a:r>
            <a:r>
              <a:rPr lang="en-US" sz="2600" dirty="0"/>
              <a:t>, designed to help faculty members view and manage classroom bookings efficiently. Faculty can filter rooms by </a:t>
            </a:r>
            <a:r>
              <a:rPr lang="en-US" sz="2600" b="1" dirty="0"/>
              <a:t>block</a:t>
            </a:r>
            <a:r>
              <a:rPr lang="en-US" sz="2600" dirty="0"/>
              <a:t> and </a:t>
            </a:r>
            <a:r>
              <a:rPr lang="en-US" sz="2600" b="1" dirty="0"/>
              <a:t>room type</a:t>
            </a:r>
            <a:r>
              <a:rPr lang="en-US" sz="2600" dirty="0"/>
              <a:t> (e.g., Classroom), and search by room number to quickly locate available rooms. The availability of each room is clearly displayed as </a:t>
            </a:r>
            <a:r>
              <a:rPr lang="en-US" sz="2600" b="1" dirty="0"/>
              <a:t>Free</a:t>
            </a:r>
            <a:r>
              <a:rPr lang="en-US" sz="2600" dirty="0"/>
              <a:t>, </a:t>
            </a:r>
            <a:r>
              <a:rPr lang="en-US" sz="2600" b="1" dirty="0"/>
              <a:t>Expired</a:t>
            </a:r>
            <a:r>
              <a:rPr lang="en-US" sz="2600" dirty="0"/>
              <a:t>, or </a:t>
            </a:r>
            <a:r>
              <a:rPr lang="en-US" sz="2600" b="1" dirty="0"/>
              <a:t>Class in Progress</a:t>
            </a:r>
            <a:r>
              <a:rPr lang="en-US" sz="2600" dirty="0"/>
              <a:t>, along with subject and batch details.</a:t>
            </a:r>
          </a:p>
          <a:p>
            <a:r>
              <a:rPr lang="en-US" sz="2600" dirty="0"/>
              <a:t>Rooms that are currently occupied cannot be booked until the session ends. To book a room, the faculty selects a room, enters the </a:t>
            </a:r>
            <a:r>
              <a:rPr lang="en-US" sz="2600" b="1" dirty="0"/>
              <a:t>booking duration</a:t>
            </a:r>
            <a:r>
              <a:rPr lang="en-US" sz="2600" dirty="0"/>
              <a:t> (in minutes), and chooses the </a:t>
            </a:r>
            <a:r>
              <a:rPr lang="en-US" sz="2600" b="1" dirty="0"/>
              <a:t>batch number(s)</a:t>
            </a:r>
            <a:r>
              <a:rPr lang="en-US" sz="2600" dirty="0"/>
              <a:t> from the list. Multiple batches can be selected using the Ctrl or </a:t>
            </a:r>
            <a:r>
              <a:rPr lang="en-US" sz="2600" dirty="0" err="1"/>
              <a:t>Cmd</a:t>
            </a:r>
            <a:r>
              <a:rPr lang="en-US" sz="2600" dirty="0"/>
              <a:t> key.</a:t>
            </a:r>
          </a:p>
          <a:p>
            <a:r>
              <a:rPr lang="en-US" sz="2600" dirty="0"/>
              <a:t>This interface helps avoid booking conflicts and ensures smooth scheduling by providing a real-time view of classroom status. It is a user-friendly system that simplifies room allocation for academic sessions.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7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D3266-98AF-9230-8DB6-62B1A58E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code:</a:t>
            </a:r>
            <a:br>
              <a:rPr lang="en-US" sz="3600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</a:br>
            <a:endParaRPr lang="en-US" sz="3600" dirty="0">
              <a:solidFill>
                <a:schemeClr val="accent4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F2A3FE-A064-DC54-0C77-7161169464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00686" y="2011363"/>
            <a:ext cx="4539252" cy="344805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BAC7CF-90F9-33FE-BE72-E5203ACA18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40928" y="2017713"/>
            <a:ext cx="4590168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95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221E3-E55A-9D1E-A4FD-76E12490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lgerian" panose="04020705040A02060702" pitchFamily="82" charset="0"/>
              </a:rPr>
              <a:t>Tools and Software: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311AB-A646-2C28-C6E2-401CCA2F5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5500" dirty="0"/>
              <a:t>1. HTML5: For structuring the web page and UI elements.</a:t>
            </a:r>
          </a:p>
          <a:p>
            <a:r>
              <a:rPr lang="en-US" sz="5500" dirty="0"/>
              <a:t>2. CSS3: For styling, layout, and responsive design.</a:t>
            </a:r>
          </a:p>
          <a:p>
            <a:r>
              <a:rPr lang="en-US" sz="5500" dirty="0"/>
              <a:t>3. JavaScript (Vanilla JS): For all interactivity, logic, and DOM manipulation.</a:t>
            </a:r>
          </a:p>
          <a:p>
            <a:r>
              <a:rPr lang="en-US" sz="5500" dirty="0"/>
              <a:t>4. </a:t>
            </a:r>
            <a:r>
              <a:rPr lang="en-US" sz="5500" dirty="0" err="1"/>
              <a:t>LocalStorage</a:t>
            </a:r>
            <a:r>
              <a:rPr lang="en-US" sz="5500" dirty="0"/>
              <a:t> API: For persistent storage of users, faculty, and room bookings in the browser.</a:t>
            </a:r>
          </a:p>
          <a:p>
            <a:r>
              <a:rPr lang="en-US" sz="5500" dirty="0"/>
              <a:t>5. No external libraries or frameworks (like React, Angular, Vue, Bootstrap, jQuery) are used.</a:t>
            </a:r>
          </a:p>
          <a:p>
            <a:r>
              <a:rPr lang="en-US" sz="5500" dirty="0"/>
              <a:t>6. Inline SVG/PNG icons: For UI decoration (via &lt;</a:t>
            </a:r>
            <a:r>
              <a:rPr lang="en-US" sz="5500" dirty="0" err="1"/>
              <a:t>img</a:t>
            </a:r>
            <a:r>
              <a:rPr lang="en-US" sz="5500" dirty="0"/>
              <a:t>&gt; tags with icon URLs).</a:t>
            </a:r>
          </a:p>
          <a:p>
            <a:r>
              <a:rPr lang="en-US" sz="5500" dirty="0"/>
              <a:t>7. Responsive design via CSS media queries.</a:t>
            </a:r>
          </a:p>
          <a:p>
            <a:r>
              <a:rPr lang="en-US" sz="5500" dirty="0"/>
              <a:t>All logic (authentication, booking, filtering, timers, etc.) is implemented in plain JavaScript.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251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1639-C09E-D434-FB5B-92E39C69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122" y="1289357"/>
            <a:ext cx="7588045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Algerian" panose="04020705040A02060702" pitchFamily="82" charset="0"/>
              </a:rPr>
              <a:t>***Thank you ***</a:t>
            </a:r>
          </a:p>
        </p:txBody>
      </p:sp>
    </p:spTree>
    <p:extLst>
      <p:ext uri="{BB962C8B-B14F-4D97-AF65-F5344CB8AC3E}">
        <p14:creationId xmlns:p14="http://schemas.microsoft.com/office/powerpoint/2010/main" val="31147332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</TotalTime>
  <Words>632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Agency FB</vt:lpstr>
      <vt:lpstr>Algerian</vt:lpstr>
      <vt:lpstr>Arial</vt:lpstr>
      <vt:lpstr>Arial Black</vt:lpstr>
      <vt:lpstr>Gill Sans MT</vt:lpstr>
      <vt:lpstr>Gallery</vt:lpstr>
      <vt:lpstr>Classroom Finder Web Application</vt:lpstr>
      <vt:lpstr>Introduction:</vt:lpstr>
      <vt:lpstr>User Interface - Student Login</vt:lpstr>
      <vt:lpstr>User Interface - Faculty Login</vt:lpstr>
      <vt:lpstr>Title: Student Dashboard – After Login</vt:lpstr>
      <vt:lpstr>🧑‍🏫 Faculty Room Booking Interface Overview</vt:lpstr>
      <vt:lpstr>code: </vt:lpstr>
      <vt:lpstr>Tools and Software:</vt:lpstr>
      <vt:lpstr>***Thank you ***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pullagurlavaraprasadreddy@outlook.com</dc:creator>
  <cp:lastModifiedBy>pullagurlavaraprasadreddy@outlook.com</cp:lastModifiedBy>
  <cp:revision>2</cp:revision>
  <dcterms:created xsi:type="dcterms:W3CDTF">2025-10-09T01:45:00Z</dcterms:created>
  <dcterms:modified xsi:type="dcterms:W3CDTF">2025-10-09T02:13:38Z</dcterms:modified>
</cp:coreProperties>
</file>